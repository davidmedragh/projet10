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91840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BBBBB"/>
                </a:solidFill>
              </a:rPr>
              <a:t>Projet BrainScanAI — CurelyticsIA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</a:rPr>
              <a:t>Exploration, extraction de features, clustering et semi-supervisé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846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Data Scientist — CurelyticsIA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Réduction PCA / t-SNE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K-Means &amp; DBSCAN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Score ARI &amp; pseudo-labels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CNN fine-tuné (ResNet50)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Supervisé vs Semi-supervisé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&amp; Bilan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Contexte, dataset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pic>
        <p:nvPicPr>
          <p:cNvPr id="6" name="Picture 5" descr="stack_technique_slide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CurelyticsIA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Projet R&amp;D BrainScanAI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64592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58253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Des images brutes aux embeddings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Preprocessing officiel ResNet50 — 2 048 features par image</a:t>
            </a:r>
          </a:p>
        </p:txBody>
      </p:sp>
      <p:pic>
        <p:nvPicPr>
          <p:cNvPr id="6" name="Picture 5" descr="projet10_etape2_architecture_genera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Pipeline de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weights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 = weights.transforms()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Pipeline unique — pas de transforms parallèle</a:t>
            </a:r>
          </a:p>
        </p:txBody>
      </p:sp>
      <p:pic>
        <p:nvPicPr>
          <p:cNvPr id="8" name="Picture 7" descr="etape2_diagramme_activite_pipeline_preprocessing_resnet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417320"/>
            <a:ext cx="6492240" cy="48407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9834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Dataset unifié et contrôle visuel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dans un DataFrame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DataLoader shuffle=False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Vérification visuelle avec OpenCV (brute vs preprocessed)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Batch size = 32 → 48 batches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83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Outils de l'école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requires_grad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model.eval()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BatchNorm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model.fc = nn.Identity()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torch.no_grad()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Device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97880" y="2788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Synthèse visuelle de l'étape 2</a:t>
            </a:r>
          </a:p>
        </p:txBody>
      </p:sp>
      <p:pic>
        <p:nvPicPr>
          <p:cNvPr id="21" name="Picture 20" descr="projet10_etape2_architecture_detaill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154680"/>
            <a:ext cx="5623560" cy="316493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3 —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 la haute dimension aux pseudo-labels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PCA, t-SNE, K-Means, DBSCAN — labellisation faible</a:t>
            </a:r>
          </a:p>
        </p:txBody>
      </p:sp>
      <p:pic>
        <p:nvPicPr>
          <p:cNvPr id="6" name="Picture 5" descr="etape3_diagramme_composants_architecture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3160387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Réduction de dimension (PCA &amp; t-SNE)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Standardisation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StandardScaler : mean=0, std=1 sur 2 048 features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Nécessaire avant PCA et calcul de distances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PCA — Variance expliquée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100 composantes → 58 %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50 composantes → 46 %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90 % non atteint avec 100 composantes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→ Information très distribuée (ResNet50 = ImageNet)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2 048→50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Réduction PCA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Variance (50D)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788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Workflow de reduction et visualisation</a:t>
            </a:r>
          </a:p>
        </p:txBody>
      </p:sp>
      <p:pic>
        <p:nvPicPr>
          <p:cNvPr id="16" name="Picture 15" descr="etape3_diagramme_activite_reduction_dimension_pca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54680"/>
            <a:ext cx="4892040" cy="3663891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1" name="Picture 20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2" name="Picture 21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Clustering &amp; Pseudo-labellisation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Méthode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Clusters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ARI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K-Means (k=2)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582 / 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Alignement modéré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DBSCAN (50D)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+ bruit (41%)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Inadapté en 50D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2004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Mapping (vote majoritaire sur 100 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0 → cancer (22 cancer vs 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Cluster 1 → normal (48 normal vs 28 cancer)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9992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3A5C"/>
                </a:solidFill>
              </a:rPr>
              <a:t>Pseudo-labellisation séparée</a:t>
            </a:r>
          </a:p>
        </p:txBody>
      </p:sp>
      <p:pic>
        <p:nvPicPr>
          <p:cNvPr id="10" name="Picture 9" descr="etape3_diagramme_activite_labellisation_faible_sepe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10128"/>
            <a:ext cx="4709160" cy="376290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0.1538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ARI K-Means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Pseudo-labellisées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53035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53949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989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assignées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4 — SEMI-SUPERVISÉ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Du clustering au CNN fine-tuné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Supervisé pur vs semi-supervisé — comparaison rigoureuse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&amp; Bilan final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(macro)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Précision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 — Supervisé pur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 — Semi-supervisé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Δ (B − 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+10 %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Recall cancer (B &gt; 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0.85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F1 semi-supervisé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Pseudo-labels utilisés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34747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35661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5 000 €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160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Budget passage échelle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Conclusion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L'approche semi-supervisée apporte un gain mesurable (+10% recall cancer)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Passage à l'échelle faisable : inférence + active learning itératif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Limites : jeu test de 20 images, résultats exploratoires (pas cliniques)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5" name="Picture 24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6" name="Picture 25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