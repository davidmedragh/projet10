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▸  À venir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▸  À venir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pic>
        <p:nvPicPr>
          <p:cNvPr id="8" name="Picture 7" descr="etape2_diagramme_activite_pipeline_preprocessing_resnet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6492240" cy="48407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83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Batch size = 32 → 48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83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978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54680"/>
            <a:ext cx="5623560" cy="316493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BILAN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Résultats et prochaines étapes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Validation des étapes 1-2, préparation du clustering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Synthèse &amp; Prochaines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1 — Exploration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propre, homogène, exploitable en l'état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vérifiées — aucune anomalie bloquante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Écarts documentés (format, nombre d'images)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Fort déséquilibre : ~6,6 % de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2 — Features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Preprocessing officiel ResNet50 appliqué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2 048 features extraites pour chaque image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0 NaN, 0 Inf — extraction propre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Sauvegarde features.npy + metadata.csv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Prochaines étapes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Étape 3 — Réduction de dimension + clustering exploratoire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Étape 4 — Apprentissage semi-supervisé avec labels partiels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Recommandations pour passage à l'échelle (5 000 € / 4M images)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