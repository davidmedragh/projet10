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▸  À venir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StandardScaler : mean=0, std=1 sur 2 048 features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→ Information très distribuée (ResNet50 = ImageNet)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t-SNE 2D (visualisation uniquement)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Appliqué sur PCA 50D (pas sur 2048D brutes)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Préserve les voisinages locaux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⚠ Pas utilisé pour le clustering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Structure visible : cancer et normal tendent à se regrouper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0" name="Picture 19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1" name="Picture 20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Pseudo-labellisation (K-Means)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1 406 images non labellisées → pseudo-labels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558 « cancer » / 848 « normal »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Sauvegardé dans metadata_weak_labels.csv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Séparé du jeu fortement labellisé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3" name="Picture 22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4" name="Picture 23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Résultats et prochaines étapes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Validation des étapes 1-3, préparation du semi-supervisé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Synthèse &amp; Prochaines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1 — Exploration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propre, homogène, exploitable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vérifiées — aucune anomalie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Fort déséquilibre : ~6,6 % de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2 — Features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2 048 features / image — 0 NaN, 0 Inf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Sauvegarde features.npy + metadata.csv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3 — Clustering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PCA 50D + t-SNE (visualisation)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K-Means ARI = 0.15 (modéré)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1 406 pseudo-labels produits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Prochaines étapes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Étape 4 — Apprentissage semi-supervisé (100 labels forts + 1 406 pseudo-labels)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Fine-tuning ou label propagation pour améliorer les prédictions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Recommandations pour passage à l'échelle (5 000 € / 4M images)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