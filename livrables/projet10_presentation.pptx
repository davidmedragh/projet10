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CNN fine-tuné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pic>
        <p:nvPicPr>
          <p:cNvPr id="6" name="Picture 5" descr="etape3_diagramme_composants_architecture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1603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Workflow de reduction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54680"/>
            <a:ext cx="4892040" cy="366389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99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10128"/>
            <a:ext cx="4709160" cy="376290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Du clustering au CNN fine-tuné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pic>
        <p:nvPicPr>
          <p:cNvPr id="6" name="Picture 5" descr="etape4_diagramme_composants_architecture_cnn_semi_superv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991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layer4 + fc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fc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CrossEntropyLoss + Adam (lr=1e-4)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Protocole anti-fuite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Re-fit KMeans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Recall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L'approche semi-supervisée apporte un gain mesurable (+10% recall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complet validé : preprocessing → features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Passage à l'échelle faisable : inférence + active learning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 : collecte de labels supplémentaires via active learning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3" name="Picture 12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4" name="Picture 13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